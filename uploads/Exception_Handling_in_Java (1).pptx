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JdoRTXlUFC6d4MaYYlcdOcmh4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1b9828eba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81b9828e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d2d422ff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8d2d422ff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d2d422ff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8d2d422ff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d2d422ff6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8d2d422f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d2d422ff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8d2d422ff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ca23554c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9ca23554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9ca23554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9ca2355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1b9828eba_0_56"/>
          <p:cNvSpPr txBox="1"/>
          <p:nvPr>
            <p:ph type="ctrTitle"/>
          </p:nvPr>
        </p:nvSpPr>
        <p:spPr>
          <a:xfrm>
            <a:off x="685800" y="1133050"/>
            <a:ext cx="7772400" cy="24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5200">
                <a:latin typeface="Arial"/>
                <a:ea typeface="Arial"/>
                <a:cs typeface="Arial"/>
                <a:sym typeface="Arial"/>
              </a:rPr>
              <a:t>Object Oriented Programming In Java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5" name="Google Shape;85;g381b9828eba_0_56"/>
          <p:cNvSpPr txBox="1"/>
          <p:nvPr/>
        </p:nvSpPr>
        <p:spPr>
          <a:xfrm>
            <a:off x="442900" y="4074525"/>
            <a:ext cx="85206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Saurabh Pandey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Associate Professor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Sitare University</a:t>
            </a:r>
            <a:endParaRPr b="0" i="0" sz="2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Java Exception Handling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Objective: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Learn how Java handles runtime errors using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exceptions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inheritance, and control flow statements.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an Exception?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exception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is an event that disrupts the normal flow of a program.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Occurs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during runtime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e.g.: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Division by zero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Accessing invalid array index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File not found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Exception handling allows a program to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continue execution safely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Exception Handling?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50000"/>
              </a:lnSpc>
              <a:spcBef>
                <a:spcPts val="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50000"/>
              </a:lnSpc>
              <a:spcBef>
                <a:spcPts val="50"/>
              </a:spcBef>
              <a:spcAft>
                <a:spcPts val="5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Improves program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stability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readability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user experience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</p:txBody>
      </p:sp>
      <p:pic>
        <p:nvPicPr>
          <p:cNvPr id="104" name="Google Shape;104;p4" title="Screenshot 2025-10-08 at 12.47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25" y="1600200"/>
            <a:ext cx="8050702" cy="24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Exception Hierarchy Diagram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Throwable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/       \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Exception           Error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|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------------------------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|                              |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Checked Exceptions   Unchecked Exceptions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(Compile-time)        (Runtime)</a:t>
            </a:r>
            <a:endParaRPr/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273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d2d422ff6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Checked vs Unchecked vs Error</a:t>
            </a:r>
            <a:endParaRPr/>
          </a:p>
        </p:txBody>
      </p:sp>
      <p:sp>
        <p:nvSpPr>
          <p:cNvPr id="116" name="Google Shape;116;g38d2d422ff6_0_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789"/>
              <a:buNone/>
            </a:pPr>
            <a:r>
              <a:t/>
            </a:r>
            <a:endParaRPr/>
          </a:p>
        </p:txBody>
      </p:sp>
      <p:pic>
        <p:nvPicPr>
          <p:cNvPr id="117" name="Google Shape;117;g38d2d422ff6_0_7" title="Screenshot 2025-10-08 at 12.50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00200"/>
            <a:ext cx="8229600" cy="426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d2d422ff6_0_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Inheritance in Exception Handling</a:t>
            </a:r>
            <a:endParaRPr/>
          </a:p>
        </p:txBody>
      </p:sp>
      <p:sp>
        <p:nvSpPr>
          <p:cNvPr id="123" name="Google Shape;123;g38d2d422ff6_0_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public class Throwable { }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public class Exception extends Throwable { }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public class IOException extends Exception { }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100"/>
              <a:buNone/>
            </a:pPr>
            <a:r>
              <a:rPr lang="en-US" sz="1800"/>
              <a:t>public class FileNotFoundException extends IOException { }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Inheritance Concept: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Child classes inherit behavior from parent exception classes.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You can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catch parent exceptions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to handle all its child exceptions.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78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2d422ff6_0_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try-catch-finally Flow</a:t>
            </a:r>
            <a:endParaRPr/>
          </a:p>
        </p:txBody>
      </p:sp>
      <p:sp>
        <p:nvSpPr>
          <p:cNvPr id="129" name="Google Shape;129;g38d2d422ff6_0_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try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int a = 10 / 0;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 catch (ArithmeticException e)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System.out.println("Cannot divide by zero");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 finally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System.out.println("Always executed");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Flow Diagram: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try → exception occurs → matching catch → finally → end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always executes (even if exception occurs).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d2d422ff6_0_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-US"/>
              <a:t>Multiple Catch &amp; Exception Hierarchy</a:t>
            </a:r>
            <a:endParaRPr/>
          </a:p>
        </p:txBody>
      </p:sp>
      <p:sp>
        <p:nvSpPr>
          <p:cNvPr id="135" name="Google Shape;135;g38d2d422ff6_0_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try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String s = null;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System.out.println(s.length());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catch (ArithmeticException e)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System.out.println("Math error");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catch (Exception e)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System.out.println("General exception caught");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Rule: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Catch from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most specific → most general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If you reverse, compiler error!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throw &amp; throws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throw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explicitly throw an exception</a:t>
            </a:r>
            <a:br>
              <a:rPr lang="en-US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throws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declare exceptions that a method can throw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void validateAge(int age) throws Exception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if (age &lt; 18)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throw new Exception("Not eligible to vote");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Helps in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propagating exceptions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up the call stack.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9ca23554c_0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Custom Exceptions</a:t>
            </a:r>
            <a:endParaRPr/>
          </a:p>
        </p:txBody>
      </p:sp>
      <p:sp>
        <p:nvSpPr>
          <p:cNvPr id="147" name="Google Shape;147;g389ca23554c_0_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Create your own exception by extending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class.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class AgeException extends Exception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AgeException(String msg)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super(msg);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}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public class Test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public static void main(String[] args) throws AgeException {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throw new AgeException("Age must be 18 or above!");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}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9ca23554c_0_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Exception Inheritance Diagram</a:t>
            </a:r>
            <a:endParaRPr/>
          </a:p>
        </p:txBody>
      </p:sp>
      <p:sp>
        <p:nvSpPr>
          <p:cNvPr id="153" name="Google Shape;153;g389ca23554c_0_3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Throwable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├── Exception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│   ├── IOException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│   │   └── FileNotFoundException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│   ├── SQLException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│   ├── ArithmeticException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│   ├── NullPointerException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│   └── ArrayIndexOutOfBoundsException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└── Error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├── OutOfMemoryError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├── StackOverflowError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└── VirtualMachineError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