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3kNTcXWuc0u5PbQyWHvEzSm9s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1b9828eba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1b9828eb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1b9828eba_0_56"/>
          <p:cNvSpPr txBox="1"/>
          <p:nvPr>
            <p:ph type="ctrTitle"/>
          </p:nvPr>
        </p:nvSpPr>
        <p:spPr>
          <a:xfrm>
            <a:off x="685800" y="1133050"/>
            <a:ext cx="7772400" cy="246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-US" sz="5200">
                <a:latin typeface="Arial"/>
                <a:ea typeface="Arial"/>
                <a:cs typeface="Arial"/>
                <a:sym typeface="Arial"/>
              </a:rPr>
              <a:t>Object Oriented Programming In Java</a:t>
            </a:r>
            <a:endParaRPr sz="5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81b9828eba_0_56"/>
          <p:cNvSpPr txBox="1"/>
          <p:nvPr/>
        </p:nvSpPr>
        <p:spPr>
          <a:xfrm>
            <a:off x="442900" y="4074525"/>
            <a:ext cx="85206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</a:rPr>
              <a:t>Saurabh Pandey</a:t>
            </a:r>
            <a:endParaRPr sz="28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</a:rPr>
              <a:t>Associate Professor</a:t>
            </a:r>
            <a:endParaRPr sz="28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</a:rPr>
              <a:t>Sitare University</a:t>
            </a:r>
            <a:endParaRPr sz="2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`static` belongs to the class, not the object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Accessible without creating an object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Memory allocated once per class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Variables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Also called class variables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Shared among all objects of the class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Memory allocated only once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Example: static String college = "ABC College";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Methods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Belong to the class, not object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Can be called without creating an object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Cannot access non-static (instance) members directly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Example: MathUtil.square(5);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Block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Used for initialization of static variables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Runs once when the class is loaded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Example: static { count = 100; }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Nested Class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Only nested classes can be declared static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Access without creating outer class object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Example: Outer.Inner obj = new Outer.Inner();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Real-Life Example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main() method in Java is static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Reason: JVM can call main without creating an object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Example: public static void main(String[] args) { ... }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&amp; Inheritance – Variables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Static variables are inherited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Shared at class level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Changing in child reflects in parent too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Methods in Inheritance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Static methods are inherited but cannot be overridden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If redefined in child → method hiding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Parent.show(); Child.show();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Static Methods Cannot Be Overridden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Static belongs to class, not object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Overriding works with runtime polymorphism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Static resolved at compile-time → method hiding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 Import – Introduction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Allows accessing static members directly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 need to prefix with class name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Example: import static java.lang.Math.*;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Import vs Static Import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Normal import → imports classes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Static import → imports static members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Example: import static java.lang.Math.PI;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Advantages &amp; Disadvantages</a:t>
            </a:r>
            <a:endParaRPr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Advantages: Cleaner code, useful for constants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Disadvantages: Reduces readability, name conflicts possible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with Constants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import static java.lang.Math.*;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System.out.println(PI);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System.out.println(pow(2,3));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`static` → class-level keyword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Saves memory by sharing variables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Static methods cannot be overridden (only hidden)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Static import allows direct access of static members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