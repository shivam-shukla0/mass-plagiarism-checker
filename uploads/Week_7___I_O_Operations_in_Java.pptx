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iPr/JJdReWLxir41andq0cU1OH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1b9828eba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81b9828eb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d2d422ff6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d2d422ff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d2d422ff6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d2d422ff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d2d422ff6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d2d422ff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d2d422ff6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d2d422ff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1b9828eba_0_56"/>
          <p:cNvSpPr txBox="1"/>
          <p:nvPr>
            <p:ph type="ctrTitle"/>
          </p:nvPr>
        </p:nvSpPr>
        <p:spPr>
          <a:xfrm>
            <a:off x="685800" y="1133050"/>
            <a:ext cx="7772400" cy="24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5200">
                <a:latin typeface="Arial"/>
                <a:ea typeface="Arial"/>
                <a:cs typeface="Arial"/>
                <a:sym typeface="Arial"/>
              </a:rPr>
              <a:t>Object Oriented Programming In Java</a:t>
            </a:r>
            <a:endParaRPr sz="5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85" name="Google Shape;85;g381b9828eba_0_56"/>
          <p:cNvSpPr txBox="1"/>
          <p:nvPr/>
        </p:nvSpPr>
        <p:spPr>
          <a:xfrm>
            <a:off x="442900" y="4074525"/>
            <a:ext cx="85206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Saurabh Pandey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Associate Professor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Sitare University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Java Input/Output (I/O) Handling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What is I/O?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Why do we need it?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Overview of Java I/O APIs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I/O?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spcBef>
                <a:spcPts val="400"/>
              </a:spcBef>
              <a:spcAft>
                <a:spcPts val="0"/>
              </a:spcAft>
              <a:buSzPts val="2700"/>
              <a:buChar char="•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 Getting data into a program (e.g., from keyboard, file, network)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rtl="0" algn="l">
              <a:spcBef>
                <a:spcPts val="400"/>
              </a:spcBef>
              <a:spcAft>
                <a:spcPts val="0"/>
              </a:spcAft>
              <a:buSzPts val="2700"/>
              <a:buChar char="•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 Sending data out of a program (e.g., to screen, file, printer)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rtl="0" algn="l">
              <a:spcBef>
                <a:spcPts val="400"/>
              </a:spcBef>
              <a:spcAft>
                <a:spcPts val="0"/>
              </a:spcAft>
              <a:buSzPts val="27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Java provides rich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I/O classes in </a:t>
            </a:r>
            <a:r>
              <a:rPr b="1" lang="en-US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java.io</a:t>
            </a:r>
            <a:endParaRPr b="1" sz="1800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I/O in Java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Byte Streams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Used for binary data (e.g., images, audio)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Classes: </a:t>
            </a:r>
            <a:r>
              <a:rPr lang="en-US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InputStream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OutputStream</a:t>
            </a:r>
            <a:br>
              <a:rPr lang="en-US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Character Streams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Used for text data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Classes: </a:t>
            </a:r>
            <a:r>
              <a:rPr lang="en-US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Reader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Writer</a:t>
            </a:r>
            <a:br>
              <a:rPr lang="en-US" sz="18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rgbClr val="1880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Standard I/O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Keyboard (System.in)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Monitor/Console (System.out, System.err)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5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Standard I/O Example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import java.util.Scanner;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public class StdIOExample {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public static void main(String[] args) {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Scanner sc = new Scanner(System.in);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System.out.print("Enter your name: ");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String name = sc.nextLine();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System.out.println("Hello, " + name + "!");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}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3517"/>
              <a:buFont typeface="Arial"/>
              <a:buNone/>
            </a:pPr>
            <a:r>
              <a:rPr lang="en-US" sz="3281">
                <a:latin typeface="Arial"/>
                <a:ea typeface="Arial"/>
                <a:cs typeface="Arial"/>
                <a:sym typeface="Arial"/>
              </a:rPr>
              <a:t>Uses </a:t>
            </a:r>
            <a:r>
              <a:rPr b="1" lang="en-US" sz="3281">
                <a:latin typeface="Arial"/>
                <a:ea typeface="Arial"/>
                <a:cs typeface="Arial"/>
                <a:sym typeface="Arial"/>
              </a:rPr>
              <a:t>System.in</a:t>
            </a:r>
            <a:r>
              <a:rPr lang="en-US" sz="3281">
                <a:latin typeface="Arial"/>
                <a:ea typeface="Arial"/>
                <a:cs typeface="Arial"/>
                <a:sym typeface="Arial"/>
              </a:rPr>
              <a:t> (input) and </a:t>
            </a:r>
            <a:r>
              <a:rPr b="1" lang="en-US" sz="3281">
                <a:latin typeface="Arial"/>
                <a:ea typeface="Arial"/>
                <a:cs typeface="Arial"/>
                <a:sym typeface="Arial"/>
              </a:rPr>
              <a:t>System.out</a:t>
            </a:r>
            <a:r>
              <a:rPr lang="en-US" sz="3281">
                <a:latin typeface="Arial"/>
                <a:ea typeface="Arial"/>
                <a:cs typeface="Arial"/>
                <a:sym typeface="Arial"/>
              </a:rPr>
              <a:t> (output).</a:t>
            </a:r>
            <a:endParaRPr sz="5381"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d2d422ff6_0_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Byte Stream Example</a:t>
            </a:r>
            <a:endParaRPr/>
          </a:p>
        </p:txBody>
      </p:sp>
      <p:sp>
        <p:nvSpPr>
          <p:cNvPr id="115" name="Google Shape;115;g38d2d422ff6_0_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import java.io.FileInputStream;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import java.io.FileOutputStream;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public class CopyFile 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public static void main(String[] args) throws Exception 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FileInputStream in = new FileInputStream("input.txt");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FileOutputStream out = new FileOutputStream("output.txt");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int c;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while ((c = in.read()) != -1) 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    out.write(c);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in.close();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out.close();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Reads bytes from one file and writes to another.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d2d422ff6_0_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Character Stream Example</a:t>
            </a:r>
            <a:endParaRPr/>
          </a:p>
        </p:txBody>
      </p:sp>
      <p:sp>
        <p:nvSpPr>
          <p:cNvPr id="121" name="Google Shape;121;g38d2d422ff6_0_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import java.io.FileReader;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import java.io.FileWriter;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public class CharStreamDemo 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public static void main(String[] args) throws Exception 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FileReader fr = new FileReader("input.txt");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FileWriter fw = new FileWriter("output.txt");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int c;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while ((c = fr.read()) != -1) 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    fw.write(c);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fr.close();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fw.close();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3836">
                <a:latin typeface="Arial"/>
                <a:ea typeface="Arial"/>
                <a:cs typeface="Arial"/>
                <a:sym typeface="Arial"/>
              </a:rPr>
              <a:t>More efficient for </a:t>
            </a:r>
            <a:r>
              <a:rPr b="1" lang="en-US" sz="3836">
                <a:latin typeface="Arial"/>
                <a:ea typeface="Arial"/>
                <a:cs typeface="Arial"/>
                <a:sym typeface="Arial"/>
              </a:rPr>
              <a:t>text files</a:t>
            </a:r>
            <a:r>
              <a:rPr lang="en-US" sz="3836">
                <a:latin typeface="Arial"/>
                <a:ea typeface="Arial"/>
                <a:cs typeface="Arial"/>
                <a:sym typeface="Arial"/>
              </a:rPr>
              <a:t> than byte streams.</a:t>
            </a:r>
            <a:endParaRPr sz="5936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d2d422ff6_0_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Buffered I/O</a:t>
            </a:r>
            <a:endParaRPr/>
          </a:p>
        </p:txBody>
      </p:sp>
      <p:sp>
        <p:nvSpPr>
          <p:cNvPr id="127" name="Google Shape;127;g38d2d422ff6_0_2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Buffer improves performance by reducing disk access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Classes: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BufferedReader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BufferedWriter</a:t>
            </a:r>
            <a:b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BufferedInputStream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BufferedOutputStream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BufferedReader br = new BufferedReader(new FileReader("data.txt"));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String line;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while ((line = br.readLine()) != null) {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    System.out.println(line);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}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br.close();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d2d422ff6_0_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Exception Handling in I/O</a:t>
            </a:r>
            <a:endParaRPr/>
          </a:p>
        </p:txBody>
      </p:sp>
      <p:sp>
        <p:nvSpPr>
          <p:cNvPr id="133" name="Google Shape;133;g38d2d422ff6_0_3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I/O operations often throw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checked exceptions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Must use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try-catch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throws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try (FileReader fr = new FileReader("input.txt")) {</a:t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    int ch;</a:t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    while ((ch = fr.read()) != -1) {</a:t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        System.out.print((char) ch);</a:t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    }</a:t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} catch (IOException e) {</a:t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    e.printStackTrace();</a:t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}</a:t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139" name="Google Shape;13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Java I/O = Handling input/output through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streams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Byte streams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→ Binary data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Character streams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→ Text data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Buffered streams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→ Faster performance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Always handle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exceptions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in I/O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